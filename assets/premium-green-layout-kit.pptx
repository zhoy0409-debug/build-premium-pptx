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e3f6e1a7884b65" /><Relationship Type="http://schemas.openxmlformats.org/officeDocument/2006/relationships/extended-properties" Target="/docProps/app.xml" Id="R07bfb8c131814308" /><Relationship Type="http://schemas.openxmlformats.org/officeDocument/2006/relationships/officeDocument" Target="/ppt/presentation.xml" Id="R729565040e0e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5a55e603641de"/>
  </p:sldMasterIdLst>
  <p:notesMasterIdLst>
    <p:notesMasterId xmlns:r="http://schemas.openxmlformats.org/officeDocument/2006/relationships" r:id="R59543f36879d40a7"/>
  </p:notesMasterIdLst>
  <p:sldIdLst>
    <p:sldId xmlns:r="http://schemas.openxmlformats.org/officeDocument/2006/relationships" id="256" r:id="R7529851ce4b64fb4"/>
    <p:sldId xmlns:r="http://schemas.openxmlformats.org/officeDocument/2006/relationships" id="257" r:id="R8929a958ed5a4860"/>
    <p:sldId xmlns:r="http://schemas.openxmlformats.org/officeDocument/2006/relationships" id="258" r:id="R234b9f9152e242bd"/>
    <p:sldId xmlns:r="http://schemas.openxmlformats.org/officeDocument/2006/relationships" id="259" r:id="R4e47e55f8aa64685"/>
    <p:sldId xmlns:r="http://schemas.openxmlformats.org/officeDocument/2006/relationships" id="260" r:id="Ra987b6dd7baa497e"/>
    <p:sldId xmlns:r="http://schemas.openxmlformats.org/officeDocument/2006/relationships" id="261" r:id="R3ae152034c2642a5"/>
    <p:sldId xmlns:r="http://schemas.openxmlformats.org/officeDocument/2006/relationships" id="262" r:id="Rdf2a51b866994047"/>
    <p:sldId xmlns:r="http://schemas.openxmlformats.org/officeDocument/2006/relationships" id="263" r:id="Rca12c1eb530e41f9"/>
    <p:sldId xmlns:r="http://schemas.openxmlformats.org/officeDocument/2006/relationships" id="264" r:id="R7b20ae155d0b440e"/>
    <p:sldId xmlns:r="http://schemas.openxmlformats.org/officeDocument/2006/relationships" id="265" r:id="R47af0d7099c044d9"/>
    <p:sldId xmlns:r="http://schemas.openxmlformats.org/officeDocument/2006/relationships" id="266" r:id="R8def5837288049d3"/>
    <p:sldId xmlns:r="http://schemas.openxmlformats.org/officeDocument/2006/relationships" id="267" r:id="Red25889a1975456a"/>
    <p:sldId xmlns:r="http://schemas.openxmlformats.org/officeDocument/2006/relationships" id="268" r:id="R08e0d7503b2c48db"/>
    <p:sldId xmlns:r="http://schemas.openxmlformats.org/officeDocument/2006/relationships" id="269" r:id="R1db2d5c19c984ec8"/>
    <p:sldId xmlns:r="http://schemas.openxmlformats.org/officeDocument/2006/relationships" id="270" r:id="Rf059e64f21514ccf"/>
    <p:sldId xmlns:r="http://schemas.openxmlformats.org/officeDocument/2006/relationships" id="271" r:id="R73714ebc3d0e43b0"/>
    <p:sldId xmlns:r="http://schemas.openxmlformats.org/officeDocument/2006/relationships" id="272" r:id="Rb17b920dae754d0d"/>
    <p:sldId xmlns:r="http://schemas.openxmlformats.org/officeDocument/2006/relationships" id="273" r:id="R4a511f9ead804003"/>
    <p:sldId xmlns:r="http://schemas.openxmlformats.org/officeDocument/2006/relationships" id="274" r:id="Rd9c3e22a7f43497c"/>
    <p:sldId xmlns:r="http://schemas.openxmlformats.org/officeDocument/2006/relationships" id="275" r:id="R62445a0b426f49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ff4d1929634ebb" /><Relationship Type="http://schemas.openxmlformats.org/officeDocument/2006/relationships/slideMaster" Target="/ppt/slideMasters/slideMaster1.xml" Id="R75d5a55e603641de" /><Relationship Type="http://schemas.openxmlformats.org/officeDocument/2006/relationships/notesMaster" Target="/ppt/notesMasters/notesMaster1.xml" Id="R59543f36879d40a7" /><Relationship Type="http://schemas.openxmlformats.org/officeDocument/2006/relationships/presProps" Target="/ppt/presProps.xml" Id="R529dd023f04c436d" /><Relationship Type="http://schemas.openxmlformats.org/officeDocument/2006/relationships/tableStyles" Target="/ppt/tableStyles.xml" Id="R6b8adc62a84047d3" /><Relationship Type="http://schemas.openxmlformats.org/officeDocument/2006/relationships/slide" Target="/ppt/slides/slide1.xml" Id="R7529851ce4b64fb4" /><Relationship Type="http://schemas.openxmlformats.org/officeDocument/2006/relationships/slide" Target="/ppt/slides/slide2.xml" Id="R8929a958ed5a4860" /><Relationship Type="http://schemas.openxmlformats.org/officeDocument/2006/relationships/slide" Target="/ppt/slides/slide3.xml" Id="R234b9f9152e242bd" /><Relationship Type="http://schemas.openxmlformats.org/officeDocument/2006/relationships/slide" Target="/ppt/slides/slide4.xml" Id="R4e47e55f8aa64685" /><Relationship Type="http://schemas.openxmlformats.org/officeDocument/2006/relationships/slide" Target="/ppt/slides/slide5.xml" Id="Ra987b6dd7baa497e" /><Relationship Type="http://schemas.openxmlformats.org/officeDocument/2006/relationships/slide" Target="/ppt/slides/slide6.xml" Id="R3ae152034c2642a5" /><Relationship Type="http://schemas.openxmlformats.org/officeDocument/2006/relationships/slide" Target="/ppt/slides/slide7.xml" Id="Rdf2a51b866994047" /><Relationship Type="http://schemas.openxmlformats.org/officeDocument/2006/relationships/slide" Target="/ppt/slides/slide8.xml" Id="Rca12c1eb530e41f9" /><Relationship Type="http://schemas.openxmlformats.org/officeDocument/2006/relationships/slide" Target="/ppt/slides/slide9.xml" Id="R7b20ae155d0b440e" /><Relationship Type="http://schemas.openxmlformats.org/officeDocument/2006/relationships/slide" Target="/ppt/slides/slide10.xml" Id="R47af0d7099c044d9" /><Relationship Type="http://schemas.openxmlformats.org/officeDocument/2006/relationships/slide" Target="/ppt/slides/slide11.xml" Id="R8def5837288049d3" /><Relationship Type="http://schemas.openxmlformats.org/officeDocument/2006/relationships/slide" Target="/ppt/slides/slide12.xml" Id="Red25889a1975456a" /><Relationship Type="http://schemas.openxmlformats.org/officeDocument/2006/relationships/slide" Target="/ppt/slides/slide13.xml" Id="R08e0d7503b2c48db" /><Relationship Type="http://schemas.openxmlformats.org/officeDocument/2006/relationships/slide" Target="/ppt/slides/slide14.xml" Id="R1db2d5c19c984ec8" /><Relationship Type="http://schemas.openxmlformats.org/officeDocument/2006/relationships/slide" Target="/ppt/slides/slide15.xml" Id="Rf059e64f21514ccf" /><Relationship Type="http://schemas.openxmlformats.org/officeDocument/2006/relationships/slide" Target="/ppt/slides/slide16.xml" Id="R73714ebc3d0e43b0" /><Relationship Type="http://schemas.openxmlformats.org/officeDocument/2006/relationships/slide" Target="/ppt/slides/slide17.xml" Id="Rb17b920dae754d0d" /><Relationship Type="http://schemas.openxmlformats.org/officeDocument/2006/relationships/slide" Target="/ppt/slides/slide18.xml" Id="R4a511f9ead804003" /><Relationship Type="http://schemas.openxmlformats.org/officeDocument/2006/relationships/slide" Target="/ppt/slides/slide19.xml" Id="Rd9c3e22a7f43497c" /><Relationship Type="http://schemas.openxmlformats.org/officeDocument/2006/relationships/slide" Target="/ppt/slides/slide20.xml" Id="R62445a0b426f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4206ec2f524e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30ca0f5d04c17" /><Relationship Type="http://schemas.openxmlformats.org/officeDocument/2006/relationships/notesMaster" Target="/ppt/notesMasters/notesMaster1.xml" Id="Rb92fcf78f0204a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4b4711b174ed9" /><Relationship Type="http://schemas.openxmlformats.org/officeDocument/2006/relationships/notesMaster" Target="/ppt/notesMasters/notesMaster1.xml" Id="R44ac0ea62025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1e407826e4f96" /><Relationship Type="http://schemas.openxmlformats.org/officeDocument/2006/relationships/notesMaster" Target="/ppt/notesMasters/notesMaster1.xml" Id="Re5b75fb1cbc64a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5fa56544a04445" /><Relationship Type="http://schemas.openxmlformats.org/officeDocument/2006/relationships/notesMaster" Target="/ppt/notesMasters/notesMaster1.xml" Id="Raf737344ad7645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b19f996734701" /><Relationship Type="http://schemas.openxmlformats.org/officeDocument/2006/relationships/notesMaster" Target="/ppt/notesMasters/notesMaster1.xml" Id="R86f07d4e615c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46b3d737144e74" /><Relationship Type="http://schemas.openxmlformats.org/officeDocument/2006/relationships/notesMaster" Target="/ppt/notesMasters/notesMaster1.xml" Id="R8139bde183a1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8dd7f8393f417e" /><Relationship Type="http://schemas.openxmlformats.org/officeDocument/2006/relationships/notesMaster" Target="/ppt/notesMasters/notesMaster1.xml" Id="R41a6e00f841e46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f91f3cf1c34a50" /><Relationship Type="http://schemas.openxmlformats.org/officeDocument/2006/relationships/notesMaster" Target="/ppt/notesMasters/notesMaster1.xml" Id="Rd3beb8e4b56146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e79d8a45374308" /><Relationship Type="http://schemas.openxmlformats.org/officeDocument/2006/relationships/notesMaster" Target="/ppt/notesMasters/notesMaster1.xml" Id="Rab1d8ec3b5bf40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51ed0a6e1a44c4" /><Relationship Type="http://schemas.openxmlformats.org/officeDocument/2006/relationships/notesMaster" Target="/ppt/notesMasters/notesMaster1.xml" Id="R068eff5cd62543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c81bba26cc4ecb" /><Relationship Type="http://schemas.openxmlformats.org/officeDocument/2006/relationships/notesMaster" Target="/ppt/notesMasters/notesMaster1.xml" Id="R47ac14f2a16e41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b4d08c475449b2" /><Relationship Type="http://schemas.openxmlformats.org/officeDocument/2006/relationships/notesMaster" Target="/ppt/notesMasters/notesMaster1.xml" Id="R4ab1af7c621b49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86f82d19ff4afc" /><Relationship Type="http://schemas.openxmlformats.org/officeDocument/2006/relationships/notesMaster" Target="/ppt/notesMasters/notesMaster1.xml" Id="R4094aa0b295148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05b5e6ad4f4752" /><Relationship Type="http://schemas.openxmlformats.org/officeDocument/2006/relationships/notesMaster" Target="/ppt/notesMasters/notesMaster1.xml" Id="R99dc053252264b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5802dc3c784000" /><Relationship Type="http://schemas.openxmlformats.org/officeDocument/2006/relationships/notesMaster" Target="/ppt/notesMasters/notesMaster1.xml" Id="R37afa684440749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22701c9bb94840" /><Relationship Type="http://schemas.openxmlformats.org/officeDocument/2006/relationships/notesMaster" Target="/ppt/notesMasters/notesMaster1.xml" Id="Rb647061d823641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c239274d32412f" /><Relationship Type="http://schemas.openxmlformats.org/officeDocument/2006/relationships/notesMaster" Target="/ppt/notesMasters/notesMaster1.xml" Id="R781ec7de1d594f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91bbf7a1b242ef" /><Relationship Type="http://schemas.openxmlformats.org/officeDocument/2006/relationships/notesMaster" Target="/ppt/notesMasters/notesMaster1.xml" Id="Re66c941661984b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5a87ae92d1445c" /><Relationship Type="http://schemas.openxmlformats.org/officeDocument/2006/relationships/notesMaster" Target="/ppt/notesMasters/notesMaster1.xml" Id="R4ea115bbf7db4f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c1f580db664941" /><Relationship Type="http://schemas.openxmlformats.org/officeDocument/2006/relationships/notesMaster" Target="/ppt/notesMasters/notesMaster1.xml" Id="R1021b4550d614e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31dfda3c14d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b33bb382924f3c" /><Relationship Type="http://schemas.openxmlformats.org/officeDocument/2006/relationships/slideLayout" Target="/ppt/slideLayouts/slideLayout1.xml" Id="R5af85a7cc387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85a7cc387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13487723e4bb8" /><Relationship Type="http://schemas.openxmlformats.org/officeDocument/2006/relationships/image" Target="/ppt/media/image.png" Id="Rc604bf053efb4364" /><Relationship Type="http://schemas.openxmlformats.org/officeDocument/2006/relationships/notesSlide" Target="/ppt/notesSlides/notesSlide1.xml" Id="R3f1312c79e38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7c04a518547de" /><Relationship Type="http://schemas.openxmlformats.org/officeDocument/2006/relationships/image" Target="/ppt/media/image2.png" Id="R07a528ac54e946d7" /><Relationship Type="http://schemas.openxmlformats.org/officeDocument/2006/relationships/notesSlide" Target="/ppt/notesSlides/notesSlide2.xml" Id="R0d129e55f60f40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d0cb9b92e45d1" /><Relationship Type="http://schemas.openxmlformats.org/officeDocument/2006/relationships/image" Target="/ppt/media/image3.png" Id="R966d438e60984a52" /><Relationship Type="http://schemas.openxmlformats.org/officeDocument/2006/relationships/notesSlide" Target="/ppt/notesSlides/notesSlide3.xml" Id="R7da798ca21c5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1b76f78854701" /><Relationship Type="http://schemas.openxmlformats.org/officeDocument/2006/relationships/notesSlide" Target="/ppt/notesSlides/notesSlide4.xml" Id="Rbd7d0d5ae688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368c7b50c4719" /><Relationship Type="http://schemas.openxmlformats.org/officeDocument/2006/relationships/notesSlide" Target="/ppt/notesSlides/notesSlide5.xml" Id="Ra64202d4837d49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1b9a7f384ba1" /><Relationship Type="http://schemas.openxmlformats.org/officeDocument/2006/relationships/notesSlide" Target="/ppt/notesSlides/notesSlide6.xml" Id="Rd4714c8acbda4e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1fbc538fc4b4f" /><Relationship Type="http://schemas.openxmlformats.org/officeDocument/2006/relationships/notesSlide" Target="/ppt/notesSlides/notesSlide7.xml" Id="Ra14b25ceeb514a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d89aa6cbd407d" /><Relationship Type="http://schemas.openxmlformats.org/officeDocument/2006/relationships/notesSlide" Target="/ppt/notesSlides/notesSlide8.xml" Id="Rfe10522fd3cd4c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893db27334033" /><Relationship Type="http://schemas.openxmlformats.org/officeDocument/2006/relationships/notesSlide" Target="/ppt/notesSlides/notesSlide9.xml" Id="Rea98dd69a1d64c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dd6f6d3b04384" /><Relationship Type="http://schemas.openxmlformats.org/officeDocument/2006/relationships/notesSlide" Target="/ppt/notesSlides/notesSlide10.xml" Id="R48852cd23a4c47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a73cd590d4f65" /><Relationship Type="http://schemas.openxmlformats.org/officeDocument/2006/relationships/notesSlide" Target="/ppt/notesSlides/notesSlide11.xml" Id="R127abd16125445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c012a5e3542b8" /><Relationship Type="http://schemas.openxmlformats.org/officeDocument/2006/relationships/notesSlide" Target="/ppt/notesSlides/notesSlide12.xml" Id="R8060a147a94c4b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112f021db486f" /><Relationship Type="http://schemas.openxmlformats.org/officeDocument/2006/relationships/chart" Target="/ppt/slides/charts/chart1.xml" Id="R13fc51c091094085" /><Relationship Type="http://schemas.openxmlformats.org/officeDocument/2006/relationships/notesSlide" Target="/ppt/notesSlides/notesSlide13.xml" Id="Rde7acda3bdc74b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d66ab13d0443c" /><Relationship Type="http://schemas.openxmlformats.org/officeDocument/2006/relationships/chart" Target="/ppt/slides/charts/chart2.xml" Id="R4fce865b0ced4de3" /><Relationship Type="http://schemas.openxmlformats.org/officeDocument/2006/relationships/notesSlide" Target="/ppt/notesSlides/notesSlide14.xml" Id="R2845877a9f9343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c14de748b4380" /><Relationship Type="http://schemas.openxmlformats.org/officeDocument/2006/relationships/chart" Target="/ppt/slides/charts/chart3.xml" Id="R30ba15b867d84c2f" /><Relationship Type="http://schemas.openxmlformats.org/officeDocument/2006/relationships/notesSlide" Target="/ppt/notesSlides/notesSlide15.xml" Id="Rc990560e8feb43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e72b667bb41ea" /><Relationship Type="http://schemas.openxmlformats.org/officeDocument/2006/relationships/notesSlide" Target="/ppt/notesSlides/notesSlide16.xml" Id="Rf9036910cfbd4a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e8545f0614ca1" /><Relationship Type="http://schemas.openxmlformats.org/officeDocument/2006/relationships/notesSlide" Target="/ppt/notesSlides/notesSlide17.xml" Id="Rf9db78ecfbe644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662c6dcd74865" /><Relationship Type="http://schemas.openxmlformats.org/officeDocument/2006/relationships/notesSlide" Target="/ppt/notesSlides/notesSlide18.xml" Id="R025174edc9e940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72a180b9341a8" /><Relationship Type="http://schemas.openxmlformats.org/officeDocument/2006/relationships/notesSlide" Target="/ppt/notesSlides/notesSlide19.xml" Id="R3cf527176bb043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9dcb89d374920" /><Relationship Type="http://schemas.openxmlformats.org/officeDocument/2006/relationships/notesSlide" Target="/ppt/notesSlides/notesSlide20.xml" Id="Rdd768824d8a749c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1D6B43"/>
            </a:solidFill>
          </c:spPr>
          <c:cat>
            <c:strLit>
              <c:ptCount val="4"/>
              <c:pt idx="0">
                <c:v>材料整理</c:v>
              </c:pt>
              <c:pt idx="1">
                <c:v>故事组织</c:v>
              </c:pt>
              <c:pt idx="2">
                <c:v>版式制作</c:v>
              </c:pt>
              <c:pt idx="3">
                <c:v>最终质检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31</c:v>
              </c:pt>
              <c:pt idx="2">
                <c:v>18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6201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16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A"/>
        </a:solidFill>
      </c:spPr>
    </c:plotArea>
    <c:plotVisOnly val="1"/>
  </c:chart>
  <c:spPr>
    <a:solidFill xmlns:a="http://schemas.openxmlformats.org/drawingml/2006/main">
      <a:srgbClr val="F7F3EA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完成度</c:v>
          </c:tx>
          <c:spPr>
            <a:ln xmlns:a="http://schemas.openxmlformats.org/drawingml/2006/main" w="38100">
              <a:solidFill>
                <a:srgbClr val="1D6B43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第1次</c:v>
              </c:pt>
              <c:pt idx="1">
                <c:v>第2次</c:v>
              </c:pt>
              <c:pt idx="2">
                <c:v>第3次</c:v>
              </c:pt>
              <c:pt idx="3">
                <c:v>第4次</c:v>
              </c:pt>
              <c:pt idx="4">
                <c:v>第5次</c:v>
              </c:pt>
            </c:strLit>
          </c:cat>
          <c:val>
            <c:numLit>
              <c:formatCode>0%</c:formatCode>
              <c:ptCount val="5"/>
              <c:pt idx="0">
                <c:v>58</c:v>
              </c:pt>
              <c:pt idx="1">
                <c:v>66</c:v>
              </c:pt>
              <c:pt idx="2">
                <c:v>74</c:v>
              </c:pt>
              <c:pt idx="3">
                <c:v>85</c:v>
              </c:pt>
              <c:pt idx="4">
                <c:v>92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16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C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16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A"/>
        </a:solidFill>
      </c:spPr>
    </c:plotArea>
    <c:plotVisOnly val="1"/>
  </c:chart>
  <c:spPr>
    <a:solidFill xmlns:a="http://schemas.openxmlformats.org/drawingml/2006/main">
      <a:srgbClr val="F7F3EA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投入</c:v>
          </c:tx>
          <c:dPt>
            <c:idx val="0"/>
            <c:spPr>
              <a:solidFill xmlns:a="http://schemas.openxmlformats.org/drawingml/2006/main">
                <a:srgbClr val="0B3B2A"/>
              </a:solidFill>
            </c:spPr>
          </c:dPt>
          <c:dPt>
            <c:idx val="1"/>
            <c:spPr>
              <a:solidFill xmlns:a="http://schemas.openxmlformats.org/drawingml/2006/main">
                <a:srgbClr val="1D6B43"/>
              </a:solidFill>
            </c:spPr>
          </c:dPt>
          <c:dPt>
            <c:idx val="2"/>
            <c:spPr>
              <a:solidFill xmlns:a="http://schemas.openxmlformats.org/drawingml/2006/main">
                <a:srgbClr val="AFC3B2"/>
              </a:solidFill>
            </c:spPr>
          </c:dPt>
          <c:dPt>
            <c:idx val="3"/>
            <c:spPr>
              <a:solidFill xmlns:a="http://schemas.openxmlformats.org/drawingml/2006/main">
                <a:srgbClr val="D89A2B"/>
              </a:solidFill>
            </c:spPr>
          </c:dPt>
          <c:cat>
            <c:strLit>
              <c:ptCount val="4"/>
              <c:pt idx="0">
                <c:v>结构</c:v>
              </c:pt>
              <c:pt idx="1">
                <c:v>证据</c:v>
              </c:pt>
              <c:pt idx="2">
                <c:v>视觉</c:v>
              </c:pt>
              <c:pt idx="3">
                <c:v>装饰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30</c:v>
              </c:pt>
              <c:pt idx="2">
                <c:v>25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62019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7F3EA"/>
        </a:solidFill>
      </c:spPr>
    </c:plotArea>
    <c:plotVisOnly val="1"/>
  </c:chart>
  <c:spPr>
    <a:solidFill xmlns:a="http://schemas.openxmlformats.org/drawingml/2006/main">
      <a:srgbClr val="F7F3EA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4bf053efb4364"/>
          <a:srcRect xmlns:a="http://schemas.openxmlformats.org/drawingml/2006/main" l="18733" t="0" r="18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AEF04-9153-4CCA-B764-5043010E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D32B7-104C-4F94-BA5B-6DCA86C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39DE1-0A81-4999-82A1-7D872F4A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rPr>
              <a:t>PREMIUM STORY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C8B51-C3EE-4898-B384-B431E20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让复杂内容，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变成清晰结论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9B497-0DB7-4546-8772-1F40212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适合工作汇报 · 项目提案 · 科研分享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34E38-CCF9-4AF4-A669-B50B0484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41411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528ac54e946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CD004-5301-4FFA-B76A-7496353D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960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49B11-605F-4755-B6DB-F130CE9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SCIENCE /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88B3E-4C87-4113-8587-2B771EE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457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从问题出发，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让证据说话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FE4A5-E913-466B-8C13-140D86F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学术报告 · 论文答辩 · 技术分享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40F17-818C-4E25-97B6-B50A5943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57053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d438e60984a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01AEC-9034-40BB-ADE7-BDFA11F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81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rPr>
              <a:t>STRATEGY /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1EDFB-2D13-45BA-84CF-EA541232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81100"/>
            <a:ext cx="4324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把选择，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61152-0D9B-47A5-B8F6-4944B2CC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828F4-07AB-48B3-86CC-A01B1A1C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年度规划 · 商业方案 · 复盘总结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E18E0-2D75-4777-A948-95175DAB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72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2207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3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B9A0E-E523-4439-B094-565A9112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0B9D9-3F22-4C9B-AD93-C3E45480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rPr>
              <a:t>SECTION DIVIDER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2C875-1D3F-4124-874C-4550C4A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AF413-798F-4F67-8570-E6F9556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952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990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FB275-CADE-492C-94E6-235D53BE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7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B2"/>
          </a:solidFill>
          <a:ln xmlns:a="http://schemas.openxmlformats.org/drawingml/2006/main" w="0">
            <a:solidFill>
              <a:srgbClr val="AFC3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C1F71-89E8-435A-90EC-01A2B87A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81150"/>
            <a:ext cx="638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先确定故事，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再选择版式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C1D7F-5DF1-40EA-B1AF-29B70E1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24200"/>
            <a:ext cx="588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章节页负责切换节奏，不承担解释任务。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DF50E-7B04-4F1A-A621-985731CE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23E34-A6A6-4EBE-A91C-A023C8F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rPr>
              <a:t>STRUCTURE BEFORE DECORATION</a:t>
            </a:r>
          </a:p>
        </p:txBody>
      </p:sp>
    </p:spTree>
    <p:extLst>
      <p:ext uri="{BB962C8B-B14F-4D97-AF65-F5344CB8AC3E}">
        <p14:creationId xmlns:p14="http://schemas.microsoft.com/office/powerpoint/2010/main" val="2027878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BEF5C-C273-46E4-95F3-24128C7F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C8E55-473B-48B9-86F8-A5D44EE4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AGENDA / CHAPTER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E1BC1-695A-43C7-ABB6-39B5C6BE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E3F20-F277-41F4-B71B-CC0A923D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ONE CLEAR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ACCFD-C5B0-4BB5-BF5F-6920A14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四个章节，回答一个核心问题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5A89B-4586-4B4C-B826-090F2D5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让听众始终知道：现在讲到哪里，下一步为什么重要。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3E5D7-43EF-42BF-A6D1-0A00F8BA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A9F03-03F9-41DC-A32A-9BDDD9A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07593-B04A-451A-A879-236B5A0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为什么现在必须讨论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A934C-9650-4B27-BA28-74153904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0990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7E72E-BB3D-4602-BB3F-FBF7FC44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908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2A1E5-9741-47CD-B9A9-E6BB490A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E4A7A-5D0E-4CF6-96F2-52D74B58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4340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证据揭示了什么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2EA18-6E60-4B8E-9821-7737B847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221F4-02AF-4468-9FDA-F650280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A8B65-C5A1-4B0C-93AD-5D3CC902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06218-71EE-4FE3-AACD-B1FF634B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我们准备如何行动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4647C-F2B4-4415-AD6D-C8398E8A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14D3F-BFEC-4662-BEF2-17FCFB0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91FB5-4C63-4654-AE43-9E793460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8C4C6-5AD4-4CD7-AE6D-6B6E0BB1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成功将如何衡量</a:t>
            </a:r>
          </a:p>
        </p:txBody>
      </p:sp>
    </p:spTree>
    <p:extLst>
      <p:ext uri="{BB962C8B-B14F-4D97-AF65-F5344CB8AC3E}">
        <p14:creationId xmlns:p14="http://schemas.microsoft.com/office/powerpoint/2010/main" val="1768655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037CD-B6B2-4235-88E6-D0FA952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252F8-66E6-483B-94F2-6BFD81C9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OPENING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DB77-8360-4DB6-ACEA-A6108AD6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FD33D-FCEB-46EE-B63D-061E820C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33500"/>
            <a:ext cx="9944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真正高级的演示，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不是信息更多，而是判断更清楚。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792D3-4534-45D3-9077-EE0844AE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C4616-5BB8-4F9E-B5B8-AE5B904C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rPr>
              <a:t>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5F965-C478-4489-8BB4-6BB097A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只保留推动结论的信息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5904C-3540-4E80-8F21-D5672CD5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rPr>
              <a:t>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A125F-96FB-413C-9508-1A1BE9C1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标题直接说出判断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0528D-671D-42CB-858D-308F0B5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05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rPr>
              <a:t>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62DCD-EEDE-4454-9B00-40DAD6E3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整套演示保持一个视觉系统</a:t>
            </a:r>
          </a:p>
        </p:txBody>
      </p:sp>
    </p:spTree>
    <p:extLst>
      <p:ext uri="{BB962C8B-B14F-4D97-AF65-F5344CB8AC3E}">
        <p14:creationId xmlns:p14="http://schemas.microsoft.com/office/powerpoint/2010/main" val="144670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14F97-C026-450E-A7F3-E7F899E7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6CA64-0CB6-4979-8C83-4AD2772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VISUAL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0671B-E18D-4993-B051-D7EA4E07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B99B2-4CD8-481F-970E-EB1D4EB1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IMAGE +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EFBBC-A8CC-4563-8E35-844E5BA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一张图，只负责证明一个结论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D88A8-CDBD-4E8A-BBE1-938E68C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用可替换主视觉建立情境，用三条证据完成解释。</a:t>
            </a:r>
          </a:p>
        </p:txBody>
      </p:sp>
      <p:sp>
        <p:nvSpPr>
          <p:cNvPr id="7" name="replaceable-visual-frame">
            <a:extLst xmlns:a="http://schemas.openxmlformats.org/drawingml/2006/main">
              <a:ext uri="{FF2B5EF4-FFF2-40B4-BE49-F238E27FC236}">
                <a16:creationId xmlns:a16="http://schemas.microsoft.com/office/drawing/2014/main" id="{3E61F02E-1622-481F-8F31-1E12B980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60198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37876-CD16-4BAA-A577-87B83867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54102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AFC3B2"/>
          </a:solidFill>
          <a:ln xmlns:a="http://schemas.openxmlformats.org/drawingml/2006/main" w="0">
            <a:solidFill>
              <a:srgbClr val="AF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7904D-2D31-44A8-A204-9956067C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433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rPr>
              <a:t>可替换主视觉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9AEC5-33B9-4D56-9E86-E8EC8921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79429-4AA2-48C4-803D-C91D2999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BA3A8-F407-48D3-A653-321C3793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99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先给结论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AE9C4-EE1D-4DF6-A67C-A24ACDF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528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标题直接告诉听众这张图意味着什么。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96E8E-7CBE-4E67-A83F-0236EB46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71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91F4F-F351-4C00-BFC8-939C2C8B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9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1042A-2DA5-4947-8A1A-2A0F4D0C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再给证据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5B520-8F52-4689-A66B-C61F8EF1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86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只保留能支持判断的数字、事实和来源。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31585-B2A1-4B74-9FCF-E13AC96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05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22164-D25A-4BEE-8AEE-CAC58188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530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2B7A6-42A6-4436-BD73-F8D119E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768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最后给行动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7CE0A-BEBD-4EA7-B29C-478060A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197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明确下一步、风险或需要作出的决定。</a:t>
            </a:r>
          </a:p>
        </p:txBody>
      </p:sp>
    </p:spTree>
    <p:extLst>
      <p:ext uri="{BB962C8B-B14F-4D97-AF65-F5344CB8AC3E}">
        <p14:creationId xmlns:p14="http://schemas.microsoft.com/office/powerpoint/2010/main" val="1517234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94F78-1BC6-4A9B-B040-E4120EF6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00BA2-AE62-4B6A-93D4-DDF363D8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VISUAL GALLERY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B1176-D0B6-45B7-9DB4-874E2813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F0287-822E-48DE-9BB1-95AB5FAE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THREE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BADBC-93B0-4DAE-B8A8-8730FA0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用三种视角，解释同一个主题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78BA0-D7F4-4C24-98C2-76D2265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适合案例、产品、实验过程和阶段成果。</a:t>
            </a:r>
          </a:p>
        </p:txBody>
      </p:sp>
      <p:sp>
        <p:nvSpPr>
          <p:cNvPr id="7" name="gallery-frame-1">
            <a:extLst xmlns:a="http://schemas.openxmlformats.org/drawingml/2006/main">
              <a:ext uri="{FF2B5EF4-FFF2-40B4-BE49-F238E27FC236}">
                <a16:creationId xmlns:a16="http://schemas.microsoft.com/office/drawing/2014/main" id="{1DE96B87-CAC4-4C3F-9B75-3151945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57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172B0-41F4-4761-82AA-E27D4877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C579C-22F4-40F8-BA1A-F98A4B5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全景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6F03F-7852-4B89-A057-C384CFB3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建立背景与尺度</a:t>
            </a:r>
          </a:p>
        </p:txBody>
      </p:sp>
      <p:sp>
        <p:nvSpPr>
          <p:cNvPr id="11" name="gallery-frame-2">
            <a:extLst xmlns:a="http://schemas.openxmlformats.org/drawingml/2006/main">
              <a:ext uri="{FF2B5EF4-FFF2-40B4-BE49-F238E27FC236}">
                <a16:creationId xmlns:a16="http://schemas.microsoft.com/office/drawing/2014/main" id="{1A3CEA72-AF6B-4739-9AE7-0AC03CF9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3257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AFC3B2"/>
          </a:solidFill>
          <a:ln xmlns:a="http://schemas.openxmlformats.org/drawingml/2006/main" w="0">
            <a:solidFill>
              <a:srgbClr val="AFC3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13C66-780E-4881-8867-DC87F3D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48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D107E-2799-4EB0-A7FC-5B4014E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10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D1175-30F9-4F5C-9460-586A4C2E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29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突出关键差异</a:t>
            </a:r>
          </a:p>
        </p:txBody>
      </p:sp>
      <p:sp>
        <p:nvSpPr>
          <p:cNvPr id="15" name="gallery-frame-3">
            <a:extLst xmlns:a="http://schemas.openxmlformats.org/drawingml/2006/main">
              <a:ext uri="{FF2B5EF4-FFF2-40B4-BE49-F238E27FC236}">
                <a16:creationId xmlns:a16="http://schemas.microsoft.com/office/drawing/2014/main" id="{0153BE26-F4A4-4376-83F4-9C55CA2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3257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C5E7F-1877-41FB-81F2-14738D7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48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23192-8132-4DF2-BA70-73F5E355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10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F41FB-2590-4FD0-B696-3E92BCDE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29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让价值可以被看见</a:t>
            </a:r>
          </a:p>
        </p:txBody>
      </p:sp>
    </p:spTree>
    <p:extLst>
      <p:ext uri="{BB962C8B-B14F-4D97-AF65-F5344CB8AC3E}">
        <p14:creationId xmlns:p14="http://schemas.microsoft.com/office/powerpoint/2010/main" val="1697477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947F1-73D9-4B6B-99EF-A8E11FE5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532E9-1178-408F-A6B1-F559012C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EVIDENCE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E5A22-0016-4658-AF9D-AC4A6006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D76CD-06B8-4427-9AE5-04CC9A7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THREE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40466-7B8D-43BA-B7F0-3E204B79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三个证据，共同支持一个判断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AFFB-2D2E-46FF-8D0D-0796C2FC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横向比较时保持同一尺度，避免把信息堆成卡片墙。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7FE00-CC60-449A-8028-EF42D8ED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72%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D10C5-EA41-4F5A-8D33-366CEB7A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需求已经出现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8527B-67BD-49BE-84E0-BB5E36F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受访者主动提出更快、更简单的流程。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DB5F9-D9F4-4948-A5D4-7026218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146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89991-E533-48BE-9EE2-C1D1B2C4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99B2B-CA73-4A0B-8031-7C77543F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效率可以提升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9E93-9DCB-4C83-8ABD-B2B4FF94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33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重复性工作被压缩，团队把时间留给判断。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CABA5-B497-49AA-9C97-8A33B2AE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862F3-C729-4860-9B62-18A5ADB7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18%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8F592-35D3-4BA7-BF06-8C2C1328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风险仍需管理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043C9-3DCB-446B-BF4D-3B69652C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必须保留人工复核和来源追踪。</a:t>
            </a:r>
          </a:p>
        </p:txBody>
      </p:sp>
    </p:spTree>
    <p:extLst>
      <p:ext uri="{BB962C8B-B14F-4D97-AF65-F5344CB8AC3E}">
        <p14:creationId xmlns:p14="http://schemas.microsoft.com/office/powerpoint/2010/main" val="6963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3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0802E-10E8-49FB-AB0B-DA69DE7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930D3-A4A3-4D37-A000-29C1B8C1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rPr>
              <a:t>PROCESS / 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E9F90-7319-4439-8072-4FEF2867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1DD37-52FD-4258-A6F8-E9D721E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FOUR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86025-630E-4173-9D34-9CB3B049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从零散材料到可讲述的演示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1212C-0D29-4498-A1A2-2605D32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默认自动完成，用户只需提供内容。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A53A7-336C-4B23-931F-1A51715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B2"/>
          </a:solidFill>
          <a:ln xmlns:a="http://schemas.openxmlformats.org/drawingml/2006/main" w="0">
            <a:solidFill>
              <a:srgbClr val="AFC3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C98AB-2ADB-4780-9903-C47B90F2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55"/>
          </a:solidFill>
          <a:ln xmlns:a="http://schemas.openxmlformats.org/drawingml/2006/main" w="0">
            <a:solidFill>
              <a:srgbClr val="2D83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B0434-6889-415C-9050-03858F18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7BBD6-15C2-48A5-ADBE-7212EAD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A81BA-1806-4AA2-A310-74DC3FEB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识别受众与目标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7774F-52C9-49E3-8CEF-C113547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55"/>
          </a:solidFill>
          <a:ln xmlns:a="http://schemas.openxmlformats.org/drawingml/2006/main" w="0">
            <a:solidFill>
              <a:srgbClr val="2D83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F5121-53B3-46BB-99C4-4E0A46E5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86D2F-4EF1-447D-B599-09A18F6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3E1-78D3-4A6D-A7F3-D5523208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形成故事线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C01CF-61BE-40AE-8EA8-75C6AED6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0A22-2D51-4034-B5BA-2B07C91A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B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3B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67E0A-7923-4D48-979E-5AE2F74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C4858-78C0-4B34-95A6-900472EA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选择最佳版式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DEE90-1E22-4418-9993-DB8149BF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55"/>
          </a:solidFill>
          <a:ln xmlns:a="http://schemas.openxmlformats.org/drawingml/2006/main" w="0">
            <a:solidFill>
              <a:srgbClr val="2D83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33821-6C25-4ED1-B752-D2B01667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62D05-A1A1-4835-ADCD-3D4ADA2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0E20C-0DE7-471B-8899-88C62B20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渲染并修正</a:t>
            </a:r>
          </a:p>
        </p:txBody>
      </p:sp>
    </p:spTree>
    <p:extLst>
      <p:ext uri="{BB962C8B-B14F-4D97-AF65-F5344CB8AC3E}">
        <p14:creationId xmlns:p14="http://schemas.microsoft.com/office/powerpoint/2010/main" val="679839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E7DA9F-5E0F-4945-B387-2124920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4A18A-C44A-4EEF-B287-FAC3AEC7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14F53-AD1C-4463-85D3-42D98EBF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B61B6-DA8D-4109-931E-03847627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MOMENTUM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77D95-ABF9-478F-A116-CCF8A6AB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把时间线写成变化，而不是日期清单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1777F-B185-4CE4-8135-7762DEB5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每个节点只回答：发生了什么，以及它为何改变下一步。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A12A9-8503-4F6D-B98B-A5C551D9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2DA6A-9731-4AFF-BB36-FF1EB44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159C0-8A42-4BA6-A8BF-7D4823A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2022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1E3C8-610B-44B7-BE87-7B56A3D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验证问题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BCD84-EFA1-4361-A433-8122D62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6B80A-534D-40AF-8F2E-5F465336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464AB-E78E-4F21-B5B2-364ABAA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B179E-8E64-4DC4-AB8B-291EC4B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形成方法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3366D-CC4D-44D7-B150-1E27795B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E02E4-0FBD-4EA1-8410-374BC7AC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40917-5A21-4A62-8F23-2768845D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6FF1C-391E-4096-8C22-6A33D54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扩大应用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CFE3F-65B6-4FA1-98C2-523926D9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DE073-F267-4088-8E94-62F1D07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91E35-238D-4BA1-97B1-3D54FB72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AD42D-AD24-44BE-9082-2FC820EB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建立标准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BA1AA-47EC-42AC-9C2F-895EB7AD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3BCF0D-5C2D-4AAA-83F8-4BA09E7E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7C28B-C668-42FB-A031-B3EC4000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E1AD1-2BA4-4FE0-BCE8-1E641C56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4C297-B117-4C8B-93E1-9B9A6ABE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</p:spTree>
    <p:extLst>
      <p:ext uri="{BB962C8B-B14F-4D97-AF65-F5344CB8AC3E}">
        <p14:creationId xmlns:p14="http://schemas.microsoft.com/office/powerpoint/2010/main" val="363652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1AFD1-EB3B-4139-B06E-E96669B2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BCC0A-5D1C-4693-B2BE-3E1DCC9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DAC25-3F2B-41F8-8A90-1CEECBE8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D584B-BE47-4B5D-9337-DC52342E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BEFORE / AFTER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303DE-346D-438D-9CF9-6081AFBC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对比的重点，是变化带来的意义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90997-1FBF-48D0-B8FC-16426579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使用同一维度和同一尺度，避免左右两边各说各话。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1552E-0EA6-4FC1-8771-3CC73D73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AC6CC-D695-4B01-9435-E779ABEA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3B2A"/>
          </a:solidFill>
          <a:ln xmlns:a="http://schemas.openxmlformats.org/drawingml/2006/main" w="0">
            <a:solidFill>
              <a:srgbClr val="0B3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A57EB-F24E-4B6E-91FA-BD5969E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rPr>
              <a:t>过去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3E537-EECE-4A1E-B2E8-11B49275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材料分散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结构依赖个人经验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修改成本高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04EAA-7433-4739-BA7C-EA006066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C7CC6-CBD9-40B8-87DE-8B7B015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自动诊断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按任务匹配版式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全套渲染质检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41321-FEA3-43BF-9844-2A601624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1E5C6-1430-4AFA-B63E-889F19C5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223896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F9016-A046-4CDF-9434-1D032870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9DDC5-54C3-40B8-B202-DEA6C8AC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DATA / BAR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A2D54-0559-4F5B-BF3A-AE316072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22DA5-3EDD-4A53-9548-92B22133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DECISION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77CE0-3E0E-48AC-A9C2-8AA3C54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效率提升来自流程简化，而非减少判断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74B5B-6795-496E-869A-71C73D80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用一个主指标和一张图回答问题。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FE8AA-A4C5-4EB2-91D7-366FD34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EA1F8-8B0D-485E-A953-C111277E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交付速度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A2B17-533C-4A67-AC5D-CF434836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从整理到初稿的平均时间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676650" y="2800350"/>
          <a:ext xmlns:a="http://schemas.openxmlformats.org/drawingml/2006/main" cx="752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fc51c091094085"/>
          </a:graphicData>
        </a:graphic>
      </p:graphicFrame>
    </p:spTree>
    <p:extLst>
      <p:ext uri="{BB962C8B-B14F-4D97-AF65-F5344CB8AC3E}">
        <p14:creationId xmlns:p14="http://schemas.microsoft.com/office/powerpoint/2010/main" val="20201123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E21D8-A758-4BB5-B5EA-0E9CFF77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4601F-4A74-479C-8284-841163B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DATA /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02041-E4A3-4535-B554-2B721E16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59E91-69C1-4F67-A363-3AFA3BC5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TREND +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AA808-2A46-412F-B05D-458A497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质量提升发生在每一次复用之后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8DF09-A728-4126-866F-0D3A105D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趋势图负责显示变化，右侧结论负责解释变化。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85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ce865b0ced4de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5632F-F476-4D30-8733-C7161C5B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32194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3B2A"/>
          </a:solidFill>
          <a:ln xmlns:a="http://schemas.openxmlformats.org/drawingml/2006/main" w="0">
            <a:solidFill>
              <a:srgbClr val="0B3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E8385-1A86-435F-A66D-17158ECF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+34pt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FB8FE-6CA5-479F-AE01-16EA06BC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复用带来的质量增益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58EDB-ED60-47ED-AAB2-BA9D7DE8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把经验写进资源，而不是留在个人记忆里。</a:t>
            </a:r>
          </a:p>
        </p:txBody>
      </p:sp>
    </p:spTree>
    <p:extLst>
      <p:ext uri="{BB962C8B-B14F-4D97-AF65-F5344CB8AC3E}">
        <p14:creationId xmlns:p14="http://schemas.microsoft.com/office/powerpoint/2010/main" val="6928470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CE983-4928-43FC-BC8C-303B3B2A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3C560-D848-48B8-AA2C-D187489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DATA /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26704-9B5A-4B86-BC9F-212FC044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C9B1D-32C8-44D8-9307-D165CD9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COMPOSITION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FE5E3-3E59-4682-9A50-722B195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一套好演示，时间应该花在哪里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D90E0-F840-4DD9-8141-75079D63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结构和证据优先，装饰只负责强化层级。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2724150"/>
          <a:ext xmlns:a="http://schemas.openxmlformats.org/drawingml/2006/main" cx="495300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ba15b867d84c2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7F634-7AE1-4695-93D9-A614F8AA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B2A"/>
          </a:solidFill>
          <a:ln xmlns:a="http://schemas.openxmlformats.org/drawingml/2006/main" w="0">
            <a:solidFill>
              <a:srgbClr val="0B3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4A5E8-A7D7-46F5-A438-45D024D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5D211-E1B5-4071-B1EE-B4E747A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3B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3B2A"/>
                </a:solidFill>
                <a:latin typeface="Georgia"/>
                <a:ea typeface="Georgia"/>
                <a:cs typeface="Georgia"/>
              </a:rPr>
              <a:t>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BC084-1A47-49EF-A839-C4936068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D309A-6228-47CD-8379-E65957FE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9BC21-B2FC-4DA7-97CA-E5040F86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BA11F-0AB6-4039-B67C-A91DD350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30%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E75C5-7975-4CA3-B51A-65BA49C6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92C97-2769-470A-8F35-C13F7269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3B2"/>
          </a:solidFill>
          <a:ln xmlns:a="http://schemas.openxmlformats.org/drawingml/2006/main" w="0">
            <a:solidFill>
              <a:srgbClr val="AFC3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6880D-CE4F-40ED-ADF4-F7CF0144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002E5-68F7-4E87-A28D-C725704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FC3B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AFC3B2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9F1BA-2324-40F2-BADA-08157F5F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B725C-77C2-43E4-8C66-85F5A02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9BC67-6CF7-4EA4-AEC4-80255047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装饰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7D1C6-01C8-4E45-B976-3B64D44C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918CA-2313-4DEB-9793-9683299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54985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3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520A1-7C45-4296-943F-0201D4A9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EE8A8-AA5F-40AB-8E79-7F4669E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rPr>
              <a:t>RESEARCH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495D2-9980-4BFD-8FB1-8B9E9958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9A77D-FA23-4617-9DEE-DAE8424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36F4A-C6FA-40FD-8643-52C9932F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方法页要让过程可复核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34904-DE07-4EBF-BEDE-E604B27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用输入、处理、验证、输出四个环节建立可信度。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B9AF5-8C9D-4199-ACB4-D6293DC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2D8355"/>
          </a:solidFill>
          <a:ln xmlns:a="http://schemas.openxmlformats.org/drawingml/2006/main" w="0">
            <a:solidFill>
              <a:srgbClr val="2D83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D1FB6-072C-424A-8A33-8154615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6778F-95BC-41FE-B41E-CB28AB1B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2CD7F-67C3-488E-A214-17978FFB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数据与来源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217FE-2D03-4078-B37D-80430B1C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2D8355"/>
          </a:solidFill>
          <a:ln xmlns:a="http://schemas.openxmlformats.org/drawingml/2006/main" w="0">
            <a:solidFill>
              <a:srgbClr val="2D83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1E09F-B92E-4308-B2F9-1213F117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DE004-4047-4FBA-809B-DF0DD350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CC164-5B95-40EE-9E0A-6F91FCB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归纳主题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提取证据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DABC4-EE36-47B9-A74F-5239517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40571-8E95-47F8-8F1C-3C5EAE82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B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3B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A5378-3F87-4099-93D9-72B59209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790CB-E1EE-46AF-B5C3-56D5E1E0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rPr>
              <a:t>核对事实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3B2A"/>
                </a:solidFill>
                <a:latin typeface="Microsoft YaHei"/>
                <a:ea typeface="Microsoft YaHei"/>
                <a:cs typeface="Microsoft YaHei"/>
              </a:rPr>
              <a:t>检查偏差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D4A4C-B45D-442F-AAB6-8F40020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2D8355"/>
          </a:solidFill>
          <a:ln xmlns:a="http://schemas.openxmlformats.org/drawingml/2006/main" w="0">
            <a:solidFill>
              <a:srgbClr val="2D83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2978C-726E-4550-B9E6-5CDB7A1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D4D46-248D-4C9A-ACC9-CAA29818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2453B-8BBF-42F4-94AF-0983002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形成结论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给出行动</a:t>
            </a:r>
          </a:p>
        </p:txBody>
      </p:sp>
    </p:spTree>
    <p:extLst>
      <p:ext uri="{BB962C8B-B14F-4D97-AF65-F5344CB8AC3E}">
        <p14:creationId xmlns:p14="http://schemas.microsoft.com/office/powerpoint/2010/main" val="18405603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4E8F5-5537-4D12-A841-B4C36BF8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A2079-53C0-4420-B852-ADDAB969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FINDINGS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989A9-DF3E-4FBB-B407-0006D30E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52473-AA9C-42E5-9FD2-51D0F4C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TWO DIMENSIONS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A0155-2480-4F9E-A161-131DE26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用二维矩阵，把信息转成优先级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733BD-79B1-4F88-9BFA-EB9347BA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横轴表示价值，纵轴表示可行性。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9F636-1195-481F-A7DC-8A4884D3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8A5E1-FC0F-4CF9-9685-F4AB6BB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7700A-448D-47E3-B325-7DE076B4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C"/>
          </a:solidFill>
          <a:ln xmlns:a="http://schemas.openxmlformats.org/drawingml/2006/main" w="0">
            <a:solidFill>
              <a:srgbClr val="CB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328C1-CC55-4E9E-8726-2C3851B8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高可行性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E733D-788C-4F04-9121-EFD58DB8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低可行性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FC591-44FF-4C68-9E69-2414F4AA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低价值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D1B27-55BB-421A-ABB6-400FE3A9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高价值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0046E-4E11-4346-BABD-288DC633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3B2"/>
          </a:solidFill>
          <a:ln xmlns:a="http://schemas.openxmlformats.org/drawingml/2006/main" w="0">
            <a:solidFill>
              <a:srgbClr val="AF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77517-75C3-4B1E-AD58-6671B51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62B68-7999-41DB-A061-9927B5F8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62B04-CB5C-4C74-9DE3-3E1991CC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55"/>
          </a:solidFill>
          <a:ln xmlns:a="http://schemas.openxmlformats.org/drawingml/2006/main" w="0">
            <a:solidFill>
              <a:srgbClr val="2D83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47BCD-27B9-4A6B-BE89-6CE0E675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29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B2A"/>
          </a:solidFill>
          <a:ln xmlns:a="http://schemas.openxmlformats.org/drawingml/2006/main" w="0">
            <a:solidFill>
              <a:srgbClr val="0B3B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A0059-96AC-4130-9B71-5A321577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32194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68CB2-583C-4D45-96F4-23E75F18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6B43"/>
                </a:solidFill>
                <a:latin typeface="Microsoft YaHei"/>
                <a:ea typeface="Microsoft YaHei"/>
                <a:cs typeface="Microsoft YaHei"/>
              </a:rPr>
              <a:t>优先做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24942-29DF-4101-A0B7-F4EE01C2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高价值、低阻力的事项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立即进入下一轮验证</a:t>
            </a:r>
          </a:p>
        </p:txBody>
      </p:sp>
    </p:spTree>
    <p:extLst>
      <p:ext uri="{BB962C8B-B14F-4D97-AF65-F5344CB8AC3E}">
        <p14:creationId xmlns:p14="http://schemas.microsoft.com/office/powerpoint/2010/main" val="456030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54097C-E6EE-409E-9198-2BEEE70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57485-056B-4EF1-BF26-91BA962F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RISK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E9D3C-7286-4E20-AD3F-FCEF3E93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9204A-028D-4FB1-B9D5-48648A29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RISK +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A9822-F595-46E8-A69D-8B6EB5F0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风险页必须同时给出应对方式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BE4D1-5E91-4594-B809-B89BB52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只标红问题没有价值；明确触发条件、负责人和动作。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4B8AA-8FF9-405A-8A8C-83A04657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CBE3E-AEED-4D41-92BD-5F8C73C1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B7A10-D619-42CD-92BD-C810A47C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E4BC"/>
          </a:solidFill>
          <a:ln xmlns:a="http://schemas.openxmlformats.org/drawingml/2006/main" w="0">
            <a:solidFill>
              <a:srgbClr val="F5E4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B8F3C-4411-41ED-AE4D-9693FAD1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2ABB8-FA54-4A51-B3D3-0DF3EE85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E4BC"/>
          </a:solidFill>
          <a:ln xmlns:a="http://schemas.openxmlformats.org/drawingml/2006/main" w="0">
            <a:solidFill>
              <a:srgbClr val="F5E4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CDA72-73B2-43AD-B0C8-22392367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C17A"/>
          </a:solidFill>
          <a:ln xmlns:a="http://schemas.openxmlformats.org/drawingml/2006/main" w="0">
            <a:solidFill>
              <a:srgbClr val="EBC1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D5C66-2064-4914-B18B-6624667C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E4BC"/>
          </a:solidFill>
          <a:ln xmlns:a="http://schemas.openxmlformats.org/drawingml/2006/main" w="0">
            <a:solidFill>
              <a:srgbClr val="F5E4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B3576-02FB-4010-AE2D-C94A5A7A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C17A"/>
          </a:solidFill>
          <a:ln xmlns:a="http://schemas.openxmlformats.org/drawingml/2006/main" w="0">
            <a:solidFill>
              <a:srgbClr val="EBC1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6BD31-9214-4CDB-A15D-494787E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31845-29A7-4FCD-9612-D3E03186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8A93D-C110-488D-BC7C-51A590BA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发生概率 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04929-A173-4E70-AFAC-D95EA794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B2A"/>
          </a:solidFill>
          <a:ln xmlns:a="http://schemas.openxmlformats.org/drawingml/2006/main" w="0">
            <a:solidFill>
              <a:srgbClr val="0B3B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81142-D421-4497-836E-B930B9DF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20C22-C6A8-47E4-BCBE-1F7156C5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E891A-4F77-48F3-B589-AF2C9557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91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3529E-72B1-4E02-BB3D-64F11B37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88C2C-F697-46B8-953E-19B2348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0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95781-9C94-4BF3-B4DF-2EB24C10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A2D6E-ACF7-422F-B799-572B8592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18F84-9759-4C34-8DE7-FC75B4D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861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事实错误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7613D-5171-4572-9F79-9DEAB65E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关键数据逐项复核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4A4371-C160-4E2B-A9A2-472C3ED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B6C035-0865-4C34-B79C-C433C502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3EA1FA-C928-4D29-825F-1D25852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信息泄露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850823-B2F1-465E-B987-F61CA914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输入内容分级处理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561631-F74C-4D0E-AF2B-67FAA039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29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5B58D7-6157-4D08-8345-78E4DE7D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24EE9D-CC92-449E-952C-8721D394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视觉失真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03A742-6A04-4119-9127-B3D54451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全套渲染后再交付</a:t>
            </a:r>
          </a:p>
        </p:txBody>
      </p:sp>
    </p:spTree>
    <p:extLst>
      <p:ext uri="{BB962C8B-B14F-4D97-AF65-F5344CB8AC3E}">
        <p14:creationId xmlns:p14="http://schemas.microsoft.com/office/powerpoint/2010/main" val="7217694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3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73FEA-9E35-492A-9B8C-0C1FFEFA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A0D22-F0C1-4362-882F-B5575C23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7EFE8"/>
                </a:solidFill>
                <a:latin typeface="Microsoft YaHei"/>
                <a:ea typeface="Microsoft YaHei"/>
                <a:cs typeface="Microsoft YaHei"/>
              </a:rPr>
              <a:t>CASE /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266FD-6628-45DA-892D-6B41338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757C3-470A-47B3-A5D8-F87284C3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660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6A0E1-9DE5-4D93-9991-6A46AEE9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用户不需要学会设计，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只需要把真实材料交给系统。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2D38F-E33C-4F70-BE33-68783C7F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B2"/>
          </a:solidFill>
          <a:ln xmlns:a="http://schemas.openxmlformats.org/drawingml/2006/main" w="0">
            <a:solidFill>
              <a:srgbClr val="AFC3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F4431-1125-4E03-B074-C97C3009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433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— 资源型 skill 的产品原则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164D9-7D9D-45B9-9837-361A034D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B74AD-A3D3-4264-8EC0-3E37271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5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F3694-C638-4C05-830C-76618C35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07CEF-7BCB-4AC4-87D7-ACB5EDC8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95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必要问题上限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ADD79-7677-4773-9515-4D3DE32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29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D8539-CF24-4CB1-B6FC-DF38D67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95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3B2"/>
                </a:solidFill>
                <a:latin typeface="Microsoft YaHei"/>
                <a:ea typeface="Microsoft YaHei"/>
                <a:cs typeface="Microsoft YaHei"/>
              </a:rPr>
              <a:t>逐页渲染质检</a:t>
            </a:r>
          </a:p>
        </p:txBody>
      </p:sp>
    </p:spTree>
    <p:extLst>
      <p:ext uri="{BB962C8B-B14F-4D97-AF65-F5344CB8AC3E}">
        <p14:creationId xmlns:p14="http://schemas.microsoft.com/office/powerpoint/2010/main" val="11966292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C5BA0-D69B-4A7B-9297-339358B1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3"/>
          </a:solidFill>
          <a:ln xmlns:a="http://schemas.openxmlformats.org/drawingml/2006/main" w="0">
            <a:solidFill>
              <a:srgbClr val="1D6B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A51FC-6803-49DF-A418-1031C2FF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CLOSING /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987B0-378E-4C57-8440-0699B63F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46FB2-F6A1-4CB8-8506-5D8E927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好的演示，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让下一步变得简单。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1A994-F60C-4590-BDD6-FADEEE4E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68"/>
                </a:solidFill>
                <a:latin typeface="Microsoft YaHei"/>
                <a:ea typeface="Microsoft YaHei"/>
                <a:cs typeface="Microsoft YaHei"/>
              </a:rPr>
              <a:t>把材料交进来，剩下的由 skill 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EE92F-11D4-4CAD-98F8-28F128DC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D6383-EF90-446F-B9A6-B8726EED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6A117-AAAE-491A-B9DA-89A014A4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提供材料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6D332-62F4-48EC-8FBB-FD2D629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solidFill>
              <a:srgbClr val="E7EF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0D231-E4A6-40BA-8F7A-E322EBF3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6B43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D6B4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9B09E-9EF4-4D9A-8834-60C3E693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019"/>
                </a:solidFill>
                <a:latin typeface="Microsoft YaHei"/>
                <a:ea typeface="Microsoft YaHei"/>
                <a:cs typeface="Microsoft YaHei"/>
              </a:rPr>
              <a:t>确认听众与时长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5385E-0B2D-4F13-B686-7DE0C99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0B3B2A"/>
          </a:solidFill>
          <a:ln xmlns:a="http://schemas.openxmlformats.org/drawingml/2006/main" w="0">
            <a:solidFill>
              <a:srgbClr val="0B3B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CDE18-E660-4A9C-BB62-8947CB3C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A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D89A2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B5BD8-9FA6-4300-B3AF-64EBAA12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领取可编辑成品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8F5CF-E80D-4DB3-BDE2-8D7C06D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19621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9AD98-C5F0-4A00-AD13-5ADE9FA4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145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3B2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0B3B2A"/>
                </a:solidFill>
                <a:latin typeface="Georgia"/>
                <a:ea typeface="Georgia"/>
                <a:cs typeface="Georgia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E2EFF-E22E-48CB-A512-F5967686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581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0B3B2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0B3B2A"/>
                </a:solidFill>
                <a:latin typeface="Georgia"/>
                <a:ea typeface="Georgia"/>
                <a:cs typeface="Georgia"/>
              </a:rPr>
              <a:t>TO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0B3B2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0B3B2A"/>
                </a:solidFill>
                <a:latin typeface="Georgia"/>
                <a:ea typeface="Georgia"/>
                <a:cs typeface="Georgia"/>
              </a:rPr>
              <a:t>PRESENT</a:t>
            </a:r>
          </a:p>
        </p:txBody>
      </p:sp>
    </p:spTree>
    <p:extLst>
      <p:ext uri="{BB962C8B-B14F-4D97-AF65-F5344CB8AC3E}">
        <p14:creationId xmlns:p14="http://schemas.microsoft.com/office/powerpoint/2010/main" val="1481508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2026-07-19T18:03:55.4880000Z</dcterms:created>
  <dcterms:modified xsi:type="dcterms:W3CDTF">2026-07-19T18:03:55.4890000Z</dcterms:modified>
</coreProperties>
</file>